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82880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2286000"/>
            <a:ext cx="73152" cy="182880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Monthly Report - Light.inc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December 2024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EBITDA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7452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447E6"/>
                </a:solidFill>
              </a:rPr>
              <a:t>€1.6M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</a:rPr>
              <a:t>▲ +8.7%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vs. previous period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Net Profit Margin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7452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447E6"/>
                </a:solidFill>
              </a:rPr>
              <a:t>29.7%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1744"/>
                </a:solidFill>
              </a:rPr>
              <a:t>▼ -3.2%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vs. previous period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Revenue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7452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447E6"/>
                </a:solidFill>
              </a:rPr>
              <a:t>€4.3M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</a:rPr>
              <a:t>▲ +8.7%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vs. previous period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Customer Acquisition Cost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7452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447E6"/>
                </a:solidFill>
              </a:rPr>
              <a:t>€1.3K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1744"/>
                </a:solidFill>
              </a:rPr>
              <a:t>▼ -13.0%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vs. previous period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Revenue per Employee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87452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77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447E6"/>
                </a:solidFill>
              </a:rPr>
              <a:t>€299.3K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</a:rPr>
              <a:t>▲ +6.4%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vs. previous period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64592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💡 Strategic Insight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2011680" cy="41148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POSITIVE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91440" cy="164592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42316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Strong Revenue Growth Trajectory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7452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Revenue increased by 8.7% compared to previous period, driven by robust customer acquisition and expansion in enterprise segment. New customer additions up 17.6% YoY.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2801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🎯 Objective &amp; Key Results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Achieve Sustainable Revenue Growth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10972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47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47E6"/>
                </a:solidFill>
              </a:rPr>
              <a:t>Q1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Owner: Revenue Team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Overall Progress: 103%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1. Increase Monthly Recurring Revenue (MRR)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85%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786384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474720"/>
            <a:ext cx="6684264" cy="13716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Current: €85.0K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Target: €100.0K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2. Reduce Customer Churn Rate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9808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144%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4480560"/>
            <a:ext cx="786384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480560"/>
            <a:ext cx="7863840" cy="13716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Current: 7.2%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Target: 5.0%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120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3. Expand Market Share in Core Segments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98080" y="5120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80%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486400"/>
            <a:ext cx="786384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5486400"/>
            <a:ext cx="6291072" cy="13716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Current: 12.0%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5488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Target: 15.0%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finsto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28016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🎯 Objective &amp; Key Results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7772400" cy="73152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Optimize Operational Efficiency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10972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47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47E6"/>
                </a:solidFill>
              </a:rPr>
              <a:t>Q1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Owner: Operations Team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Overall Progress: 77%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1. Reduce Operating Costs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67%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786384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474720"/>
            <a:ext cx="524256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Current: 10.0%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Target: 15.0%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2. Improve Gross Profit Margin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9808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88%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4480560"/>
            <a:ext cx="786384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480560"/>
            <a:ext cx="6920179" cy="13716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Current: 22.0%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Target: 25.0%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120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3. Increase Team Productivity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98080" y="5120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75%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486400"/>
            <a:ext cx="786384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5486400"/>
            <a:ext cx="5897880" cy="137160"/>
          </a:xfrm>
          <a:prstGeom prst="rect">
            <a:avLst/>
          </a:prstGeom>
          <a:solidFill>
            <a:srgbClr val="1447E6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Current: 15.0%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5488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Target: 20.0%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447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FinStory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Report - Light.inc - Presentation</dc:title>
  <dc:subject>Monthly Report - Light.inc - Presentation</dc:subject>
  <dc:creator>FinStory AI</dc:creator>
  <cp:lastModifiedBy>FinStory AI</cp:lastModifiedBy>
  <cp:revision>1</cp:revision>
  <dcterms:created xsi:type="dcterms:W3CDTF">2025-11-14T16:20:37Z</dcterms:created>
  <dcterms:modified xsi:type="dcterms:W3CDTF">2025-11-14T16:20:37Z</dcterms:modified>
</cp:coreProperties>
</file>